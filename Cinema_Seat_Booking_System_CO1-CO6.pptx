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3" r:id="rId4"/>
    <p:sldId id="264" r:id="rId5"/>
    <p:sldId id="265" r:id="rId6"/>
    <p:sldId id="266" r:id="rId7"/>
    <p:sldId id="261" r:id="rId8"/>
    <p:sldId id="258" r:id="rId9"/>
    <p:sldId id="259" r:id="rId10"/>
    <p:sldId id="260" r:id="rId11"/>
    <p:sldId id="269" r:id="rId12"/>
    <p:sldId id="270" r:id="rId13"/>
    <p:sldId id="271" r:id="rId14"/>
    <p:sldId id="262" r:id="rId15"/>
    <p:sldId id="272" r:id="rId16"/>
    <p:sldId id="268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atehniyath.2204@outlook.com" userId="cfafd792cb56b2c4" providerId="LiveId" clId="{DF7B539C-18AC-4D4C-85F4-4F6DE708D818}"/>
    <pc:docChg chg="custSel addSld modSld sldOrd">
      <pc:chgData name="sanatehniyath.2204@outlook.com" userId="cfafd792cb56b2c4" providerId="LiveId" clId="{DF7B539C-18AC-4D4C-85F4-4F6DE708D818}" dt="2026-10-16T06:12:18.380" v="158" actId="20577"/>
      <pc:docMkLst>
        <pc:docMk/>
      </pc:docMkLst>
      <pc:sldChg chg="modSp mod">
        <pc:chgData name="sanatehniyath.2204@outlook.com" userId="cfafd792cb56b2c4" providerId="LiveId" clId="{DF7B539C-18AC-4D4C-85F4-4F6DE708D818}" dt="2026-10-13T04:03:18.428" v="81" actId="6549"/>
        <pc:sldMkLst>
          <pc:docMk/>
          <pc:sldMk cId="1570750093" sldId="256"/>
        </pc:sldMkLst>
        <pc:spChg chg="mod">
          <ac:chgData name="sanatehniyath.2204@outlook.com" userId="cfafd792cb56b2c4" providerId="LiveId" clId="{DF7B539C-18AC-4D4C-85F4-4F6DE708D818}" dt="2026-09-22T05:18:38.273" v="80" actId="20577"/>
          <ac:spMkLst>
            <pc:docMk/>
            <pc:sldMk cId="1570750093" sldId="256"/>
            <ac:spMk id="5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3:18.428" v="81" actId="6549"/>
          <ac:spMkLst>
            <pc:docMk/>
            <pc:sldMk cId="1570750093" sldId="256"/>
            <ac:spMk id="6" creationId="{00000000-0000-0000-0000-000000000000}"/>
          </ac:spMkLst>
        </pc:spChg>
      </pc:sldChg>
      <pc:sldChg chg="ord">
        <pc:chgData name="sanatehniyath.2204@outlook.com" userId="cfafd792cb56b2c4" providerId="LiveId" clId="{DF7B539C-18AC-4D4C-85F4-4F6DE708D818}" dt="2026-09-22T05:05:00.059" v="70"/>
        <pc:sldMkLst>
          <pc:docMk/>
          <pc:sldMk cId="676338040" sldId="257"/>
        </pc:sldMkLst>
      </pc:sldChg>
      <pc:sldChg chg="modSp mod">
        <pc:chgData name="sanatehniyath.2204@outlook.com" userId="cfafd792cb56b2c4" providerId="LiveId" clId="{DF7B539C-18AC-4D4C-85F4-4F6DE708D818}" dt="2026-09-22T04:57:43.246" v="53" actId="27636"/>
        <pc:sldMkLst>
          <pc:docMk/>
          <pc:sldMk cId="4104242747" sldId="258"/>
        </pc:sldMkLst>
        <pc:spChg chg="mod">
          <ac:chgData name="sanatehniyath.2204@outlook.com" userId="cfafd792cb56b2c4" providerId="LiveId" clId="{DF7B539C-18AC-4D4C-85F4-4F6DE708D818}" dt="2026-09-22T04:57:43.239" v="50" actId="27636"/>
          <ac:spMkLst>
            <pc:docMk/>
            <pc:sldMk cId="4104242747" sldId="258"/>
            <ac:spMk id="9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42" v="51" actId="27636"/>
          <ac:spMkLst>
            <pc:docMk/>
            <pc:sldMk cId="4104242747" sldId="258"/>
            <ac:spMk id="14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46" v="53" actId="27636"/>
          <ac:spMkLst>
            <pc:docMk/>
            <pc:sldMk cId="4104242747" sldId="258"/>
            <ac:spMk id="19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36" v="49" actId="27636"/>
          <ac:spMkLst>
            <pc:docMk/>
            <pc:sldMk cId="4104242747" sldId="258"/>
            <ac:spMk id="29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44" v="52" actId="27636"/>
          <ac:spMkLst>
            <pc:docMk/>
            <pc:sldMk cId="4104242747" sldId="258"/>
            <ac:spMk id="34" creationId="{00000000-0000-0000-0000-000000000000}"/>
          </ac:spMkLst>
        </pc:spChg>
      </pc:sldChg>
      <pc:sldChg chg="modSp mod">
        <pc:chgData name="sanatehniyath.2204@outlook.com" userId="cfafd792cb56b2c4" providerId="LiveId" clId="{DF7B539C-18AC-4D4C-85F4-4F6DE708D818}" dt="2026-09-22T04:57:43.255" v="55" actId="27636"/>
        <pc:sldMkLst>
          <pc:docMk/>
          <pc:sldMk cId="4178111765" sldId="259"/>
        </pc:sldMkLst>
        <pc:spChg chg="mod">
          <ac:chgData name="sanatehniyath.2204@outlook.com" userId="cfafd792cb56b2c4" providerId="LiveId" clId="{DF7B539C-18AC-4D4C-85F4-4F6DE708D818}" dt="2026-09-22T04:57:43.253" v="54" actId="27636"/>
          <ac:spMkLst>
            <pc:docMk/>
            <pc:sldMk cId="4178111765" sldId="259"/>
            <ac:spMk id="9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55" v="55" actId="27636"/>
          <ac:spMkLst>
            <pc:docMk/>
            <pc:sldMk cId="4178111765" sldId="259"/>
            <ac:spMk id="34" creationId="{00000000-0000-0000-0000-000000000000}"/>
          </ac:spMkLst>
        </pc:spChg>
      </pc:sldChg>
      <pc:sldChg chg="modSp mod">
        <pc:chgData name="sanatehniyath.2204@outlook.com" userId="cfafd792cb56b2c4" providerId="LiveId" clId="{DF7B539C-18AC-4D4C-85F4-4F6DE708D818}" dt="2026-09-22T04:57:43.264" v="57" actId="27636"/>
        <pc:sldMkLst>
          <pc:docMk/>
          <pc:sldMk cId="1869875426" sldId="260"/>
        </pc:sldMkLst>
        <pc:spChg chg="mod">
          <ac:chgData name="sanatehniyath.2204@outlook.com" userId="cfafd792cb56b2c4" providerId="LiveId" clId="{DF7B539C-18AC-4D4C-85F4-4F6DE708D818}" dt="2026-09-22T04:57:43.264" v="57" actId="27636"/>
          <ac:spMkLst>
            <pc:docMk/>
            <pc:sldMk cId="1869875426" sldId="260"/>
            <ac:spMk id="24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62" v="56" actId="27636"/>
          <ac:spMkLst>
            <pc:docMk/>
            <pc:sldMk cId="1869875426" sldId="260"/>
            <ac:spMk id="34" creationId="{00000000-0000-0000-0000-000000000000}"/>
          </ac:spMkLst>
        </pc:spChg>
      </pc:sldChg>
      <pc:sldChg chg="modSp mod">
        <pc:chgData name="sanatehniyath.2204@outlook.com" userId="cfafd792cb56b2c4" providerId="LiveId" clId="{DF7B539C-18AC-4D4C-85F4-4F6DE708D818}" dt="2026-09-22T04:57:43.229" v="48" actId="27636"/>
        <pc:sldMkLst>
          <pc:docMk/>
          <pc:sldMk cId="3980090555" sldId="261"/>
        </pc:sldMkLst>
        <pc:spChg chg="mod">
          <ac:chgData name="sanatehniyath.2204@outlook.com" userId="cfafd792cb56b2c4" providerId="LiveId" clId="{DF7B539C-18AC-4D4C-85F4-4F6DE708D818}" dt="2026-09-22T04:57:43.228" v="47" actId="27636"/>
          <ac:spMkLst>
            <pc:docMk/>
            <pc:sldMk cId="3980090555" sldId="261"/>
            <ac:spMk id="6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26" v="46" actId="27636"/>
          <ac:spMkLst>
            <pc:docMk/>
            <pc:sldMk cId="3980090555" sldId="261"/>
            <ac:spMk id="8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29" v="48" actId="27636"/>
          <ac:spMkLst>
            <pc:docMk/>
            <pc:sldMk cId="3980090555" sldId="261"/>
            <ac:spMk id="10" creationId="{00000000-0000-0000-0000-000000000000}"/>
          </ac:spMkLst>
        </pc:spChg>
      </pc:sldChg>
      <pc:sldChg chg="delSp modSp mod">
        <pc:chgData name="sanatehniyath.2204@outlook.com" userId="cfafd792cb56b2c4" providerId="LiveId" clId="{DF7B539C-18AC-4D4C-85F4-4F6DE708D818}" dt="2026-10-13T04:06:31.520" v="118" actId="478"/>
        <pc:sldMkLst>
          <pc:docMk/>
          <pc:sldMk cId="1396777043" sldId="262"/>
        </pc:sldMkLst>
        <pc:spChg chg="mod">
          <ac:chgData name="sanatehniyath.2204@outlook.com" userId="cfafd792cb56b2c4" providerId="LiveId" clId="{DF7B539C-18AC-4D4C-85F4-4F6DE708D818}" dt="2026-10-13T04:06:28.273" v="117" actId="20577"/>
          <ac:spMkLst>
            <pc:docMk/>
            <pc:sldMk cId="1396777043" sldId="262"/>
            <ac:spMk id="4" creationId="{00000000-0000-0000-0000-000000000000}"/>
          </ac:spMkLst>
        </pc:spChg>
      </pc:sldChg>
      <pc:sldChg chg="modSp mod">
        <pc:chgData name="sanatehniyath.2204@outlook.com" userId="cfafd792cb56b2c4" providerId="LiveId" clId="{DF7B539C-18AC-4D4C-85F4-4F6DE708D818}" dt="2026-09-22T04:57:43.198" v="41" actId="27636"/>
        <pc:sldMkLst>
          <pc:docMk/>
          <pc:sldMk cId="1346536314" sldId="263"/>
        </pc:sldMkLst>
        <pc:spChg chg="mod">
          <ac:chgData name="sanatehniyath.2204@outlook.com" userId="cfafd792cb56b2c4" providerId="LiveId" clId="{DF7B539C-18AC-4D4C-85F4-4F6DE708D818}" dt="2026-09-22T04:57:43.198" v="41" actId="27636"/>
          <ac:spMkLst>
            <pc:docMk/>
            <pc:sldMk cId="1346536314" sldId="263"/>
            <ac:spMk id="9" creationId="{00000000-0000-0000-0000-000000000000}"/>
          </ac:spMkLst>
        </pc:spChg>
      </pc:sldChg>
      <pc:sldChg chg="modSp mod">
        <pc:chgData name="sanatehniyath.2204@outlook.com" userId="cfafd792cb56b2c4" providerId="LiveId" clId="{DF7B539C-18AC-4D4C-85F4-4F6DE708D818}" dt="2026-09-22T04:57:43.219" v="45" actId="27636"/>
        <pc:sldMkLst>
          <pc:docMk/>
          <pc:sldMk cId="1576833433" sldId="265"/>
        </pc:sldMkLst>
        <pc:spChg chg="mod">
          <ac:chgData name="sanatehniyath.2204@outlook.com" userId="cfafd792cb56b2c4" providerId="LiveId" clId="{DF7B539C-18AC-4D4C-85F4-4F6DE708D818}" dt="2026-09-22T04:57:43.211" v="43" actId="27636"/>
          <ac:spMkLst>
            <pc:docMk/>
            <pc:sldMk cId="1576833433" sldId="265"/>
            <ac:spMk id="14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13" v="44" actId="27636"/>
          <ac:spMkLst>
            <pc:docMk/>
            <pc:sldMk cId="1576833433" sldId="265"/>
            <ac:spMk id="19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09" v="42" actId="27636"/>
          <ac:spMkLst>
            <pc:docMk/>
            <pc:sldMk cId="1576833433" sldId="265"/>
            <ac:spMk id="29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19" v="45" actId="27636"/>
          <ac:spMkLst>
            <pc:docMk/>
            <pc:sldMk cId="1576833433" sldId="265"/>
            <ac:spMk id="34" creationId="{00000000-0000-0000-0000-000000000000}"/>
          </ac:spMkLst>
        </pc:spChg>
      </pc:sldChg>
      <pc:sldChg chg="addSp modSp new mod ord">
        <pc:chgData name="sanatehniyath.2204@outlook.com" userId="cfafd792cb56b2c4" providerId="LiveId" clId="{DF7B539C-18AC-4D4C-85F4-4F6DE708D818}" dt="2026-10-16T05:50:20.873" v="127" actId="1076"/>
        <pc:sldMkLst>
          <pc:docMk/>
          <pc:sldMk cId="1070374765" sldId="268"/>
        </pc:sldMkLst>
        <pc:spChg chg="mod">
          <ac:chgData name="sanatehniyath.2204@outlook.com" userId="cfafd792cb56b2c4" providerId="LiveId" clId="{DF7B539C-18AC-4D4C-85F4-4F6DE708D818}" dt="2026-09-22T04:56:53.795" v="32" actId="20577"/>
          <ac:spMkLst>
            <pc:docMk/>
            <pc:sldMk cId="1070374765" sldId="268"/>
            <ac:spMk id="2" creationId="{DC00CDE4-E128-E1A6-1F8D-5C3A3C614388}"/>
          </ac:spMkLst>
        </pc:spChg>
        <pc:spChg chg="mod">
          <ac:chgData name="sanatehniyath.2204@outlook.com" userId="cfafd792cb56b2c4" providerId="LiveId" clId="{DF7B539C-18AC-4D4C-85F4-4F6DE708D818}" dt="2026-10-16T05:50:17.371" v="126" actId="14100"/>
          <ac:spMkLst>
            <pc:docMk/>
            <pc:sldMk cId="1070374765" sldId="268"/>
            <ac:spMk id="3" creationId="{85ABA9AB-C9A1-A61E-6EE3-52C3A6859200}"/>
          </ac:spMkLst>
        </pc:spChg>
        <pc:picChg chg="add mod">
          <ac:chgData name="sanatehniyath.2204@outlook.com" userId="cfafd792cb56b2c4" providerId="LiveId" clId="{DF7B539C-18AC-4D4C-85F4-4F6DE708D818}" dt="2026-10-16T05:50:20.873" v="127" actId="1076"/>
          <ac:picMkLst>
            <pc:docMk/>
            <pc:sldMk cId="1070374765" sldId="268"/>
            <ac:picMk id="7" creationId="{9866CF75-4BDD-5893-84D7-EC05076A41B5}"/>
          </ac:picMkLst>
        </pc:picChg>
      </pc:sldChg>
      <pc:sldChg chg="delSp modSp mod">
        <pc:chgData name="sanatehniyath.2204@outlook.com" userId="cfafd792cb56b2c4" providerId="LiveId" clId="{DF7B539C-18AC-4D4C-85F4-4F6DE708D818}" dt="2026-10-13T04:04:37.624" v="93" actId="1076"/>
        <pc:sldMkLst>
          <pc:docMk/>
          <pc:sldMk cId="0" sldId="269"/>
        </pc:sldMkLst>
        <pc:spChg chg="mod">
          <ac:chgData name="sanatehniyath.2204@outlook.com" userId="cfafd792cb56b2c4" providerId="LiveId" clId="{DF7B539C-18AC-4D4C-85F4-4F6DE708D818}" dt="2026-10-13T04:04:37.624" v="93" actId="1076"/>
          <ac:spMkLst>
            <pc:docMk/>
            <pc:sldMk cId="0" sldId="269"/>
            <ac:spMk id="2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32.380" v="92" actId="1076"/>
          <ac:spMkLst>
            <pc:docMk/>
            <pc:sldMk cId="0" sldId="269"/>
            <ac:spMk id="4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15.427" v="89" actId="1076"/>
          <ac:spMkLst>
            <pc:docMk/>
            <pc:sldMk cId="0" sldId="269"/>
            <ac:spMk id="5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26.034" v="91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10.742" v="88" actId="1076"/>
          <ac:spMkLst>
            <pc:docMk/>
            <pc:sldMk cId="0" sldId="269"/>
            <ac:spMk id="7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20.468" v="90" actId="1076"/>
          <ac:spMkLst>
            <pc:docMk/>
            <pc:sldMk cId="0" sldId="269"/>
            <ac:spMk id="8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06.128" v="87" actId="1076"/>
          <ac:spMkLst>
            <pc:docMk/>
            <pc:sldMk cId="0" sldId="269"/>
            <ac:spMk id="9" creationId="{00000000-0000-0000-0000-000000000000}"/>
          </ac:spMkLst>
        </pc:spChg>
      </pc:sldChg>
      <pc:sldChg chg="delSp modSp mod">
        <pc:chgData name="sanatehniyath.2204@outlook.com" userId="cfafd792cb56b2c4" providerId="LiveId" clId="{DF7B539C-18AC-4D4C-85F4-4F6DE708D818}" dt="2026-10-13T04:05:27.644" v="101" actId="1076"/>
        <pc:sldMkLst>
          <pc:docMk/>
          <pc:sldMk cId="0" sldId="270"/>
        </pc:sldMkLst>
        <pc:spChg chg="mod">
          <ac:chgData name="sanatehniyath.2204@outlook.com" userId="cfafd792cb56b2c4" providerId="LiveId" clId="{DF7B539C-18AC-4D4C-85F4-4F6DE708D818}" dt="2026-10-13T04:05:27.644" v="101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23.847" v="100" actId="1076"/>
          <ac:spMkLst>
            <pc:docMk/>
            <pc:sldMk cId="0" sldId="270"/>
            <ac:spMk id="4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12.921" v="97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20.876" v="99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08.322" v="96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16.801" v="98" actId="1076"/>
          <ac:spMkLst>
            <pc:docMk/>
            <pc:sldMk cId="0" sldId="270"/>
            <ac:spMk id="8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53.148" v="95" actId="1076"/>
          <ac:spMkLst>
            <pc:docMk/>
            <pc:sldMk cId="0" sldId="270"/>
            <ac:spMk id="9" creationId="{00000000-0000-0000-0000-000000000000}"/>
          </ac:spMkLst>
        </pc:spChg>
      </pc:sldChg>
      <pc:sldChg chg="delSp modSp mod">
        <pc:chgData name="sanatehniyath.2204@outlook.com" userId="cfafd792cb56b2c4" providerId="LiveId" clId="{DF7B539C-18AC-4D4C-85F4-4F6DE708D818}" dt="2026-10-13T04:06:16.681" v="114" actId="1076"/>
        <pc:sldMkLst>
          <pc:docMk/>
          <pc:sldMk cId="0" sldId="271"/>
        </pc:sldMkLst>
        <pc:spChg chg="mod">
          <ac:chgData name="sanatehniyath.2204@outlook.com" userId="cfafd792cb56b2c4" providerId="LiveId" clId="{DF7B539C-18AC-4D4C-85F4-4F6DE708D818}" dt="2026-10-13T04:06:16.681" v="114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6:09.375" v="112" actId="1076"/>
          <ac:spMkLst>
            <pc:docMk/>
            <pc:sldMk cId="0" sldId="271"/>
            <ac:spMk id="4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6:12.892" v="113" actId="1076"/>
          <ac:spMkLst>
            <pc:docMk/>
            <pc:sldMk cId="0" sldId="271"/>
            <ac:spMk id="5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6:05.950" v="111" actId="1076"/>
          <ac:spMkLst>
            <pc:docMk/>
            <pc:sldMk cId="0" sldId="271"/>
            <ac:spMk id="6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59.305" v="110" actId="1076"/>
          <ac:spMkLst>
            <pc:docMk/>
            <pc:sldMk cId="0" sldId="271"/>
            <ac:spMk id="7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50.281" v="106" actId="1076"/>
          <ac:spMkLst>
            <pc:docMk/>
            <pc:sldMk cId="0" sldId="271"/>
            <ac:spMk id="8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40.408" v="103" actId="1076"/>
          <ac:spMkLst>
            <pc:docMk/>
            <pc:sldMk cId="0" sldId="271"/>
            <ac:spMk id="9" creationId="{00000000-0000-0000-0000-000000000000}"/>
          </ac:spMkLst>
        </pc:spChg>
      </pc:sldChg>
      <pc:sldChg chg="addSp delSp modSp new mod">
        <pc:chgData name="sanatehniyath.2204@outlook.com" userId="cfafd792cb56b2c4" providerId="LiveId" clId="{DF7B539C-18AC-4D4C-85F4-4F6DE708D818}" dt="2026-10-16T06:12:18.380" v="158" actId="20577"/>
        <pc:sldMkLst>
          <pc:docMk/>
          <pc:sldMk cId="2249734391" sldId="272"/>
        </pc:sldMkLst>
        <pc:spChg chg="mod">
          <ac:chgData name="sanatehniyath.2204@outlook.com" userId="cfafd792cb56b2c4" providerId="LiveId" clId="{DF7B539C-18AC-4D4C-85F4-4F6DE708D818}" dt="2026-10-16T05:50:44.120" v="145" actId="20577"/>
          <ac:spMkLst>
            <pc:docMk/>
            <pc:sldMk cId="2249734391" sldId="272"/>
            <ac:spMk id="2" creationId="{E2389BDB-9AE8-BE00-2962-AC0E870000F1}"/>
          </ac:spMkLst>
        </pc:spChg>
        <pc:spChg chg="del">
          <ac:chgData name="sanatehniyath.2204@outlook.com" userId="cfafd792cb56b2c4" providerId="LiveId" clId="{DF7B539C-18AC-4D4C-85F4-4F6DE708D818}" dt="2026-10-16T05:52:11.261" v="146" actId="22"/>
          <ac:spMkLst>
            <pc:docMk/>
            <pc:sldMk cId="2249734391" sldId="272"/>
            <ac:spMk id="3" creationId="{23B2BF95-8DF9-EB32-C484-90476E0DCE4B}"/>
          </ac:spMkLst>
        </pc:spChg>
        <pc:spChg chg="add mod">
          <ac:chgData name="sanatehniyath.2204@outlook.com" userId="cfafd792cb56b2c4" providerId="LiveId" clId="{DF7B539C-18AC-4D4C-85F4-4F6DE708D818}" dt="2026-10-16T06:12:18.380" v="158" actId="20577"/>
          <ac:spMkLst>
            <pc:docMk/>
            <pc:sldMk cId="2249734391" sldId="272"/>
            <ac:spMk id="9" creationId="{D1E4D0BE-7282-102D-5393-8E400EDFCFCA}"/>
          </ac:spMkLst>
        </pc:spChg>
        <pc:picChg chg="add mod">
          <ac:chgData name="sanatehniyath.2204@outlook.com" userId="cfafd792cb56b2c4" providerId="LiveId" clId="{DF7B539C-18AC-4D4C-85F4-4F6DE708D818}" dt="2026-10-16T06:12:09.021" v="152" actId="1076"/>
          <ac:picMkLst>
            <pc:docMk/>
            <pc:sldMk cId="2249734391" sldId="272"/>
            <ac:picMk id="6" creationId="{19191D30-A74C-4282-EF09-75BCC9D6EBB7}"/>
          </ac:picMkLst>
        </pc:picChg>
        <pc:picChg chg="add del mod ord">
          <ac:chgData name="sanatehniyath.2204@outlook.com" userId="cfafd792cb56b2c4" providerId="LiveId" clId="{DF7B539C-18AC-4D4C-85F4-4F6DE708D818}" dt="2026-10-16T05:52:21.954" v="149" actId="478"/>
          <ac:picMkLst>
            <pc:docMk/>
            <pc:sldMk cId="2249734391" sldId="272"/>
            <ac:picMk id="7" creationId="{DABE3A9A-6B83-ABCF-FFEA-115181EC191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anjikuntameghana-max/KLH-Bachupally-2026-2027-BATCH-27-Cinema-Seat-Booking" TargetMode="External"/><Relationship Id="rId2" Type="http://schemas.openxmlformats.org/officeDocument/2006/relationships/hyperlink" Target="https://github.com/Sanaa2204/KLH-Bachupally-2026-2027-Batch-27-CinemaSeatBookingSyste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965960"/>
            <a:ext cx="9144000" cy="1508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3400" b="1">
                <a:solidFill>
                  <a:srgbClr val="232326"/>
                </a:solidFill>
                <a:latin typeface="Aptos"/>
              </a:rPr>
              <a:t>CINEMA SEAT
BOOKING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3639312"/>
            <a:ext cx="1828800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0" y="3858768"/>
            <a:ext cx="5303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700" b="0">
                <a:solidFill>
                  <a:srgbClr val="5C5C62"/>
                </a:solidFill>
                <a:latin typeface="Aptos"/>
              </a:rPr>
              <a:t>Java-Based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endParaRPr sz="950" b="0" dirty="0">
              <a:solidFill>
                <a:srgbClr val="5C5C6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endParaRPr sz="950" b="0" dirty="0">
              <a:solidFill>
                <a:srgbClr val="5C5C62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783080"/>
            <a:ext cx="3246120" cy="3611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94767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476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947672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350008"/>
            <a:ext cx="2423160" cy="2898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A computerized application designed to make selecting and reserving cinema seats easier and more convenient, replacing queue-based or manual availability checking with an organized digital solution.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83080"/>
            <a:ext cx="3246120" cy="3611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62272" y="194767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2" y="19476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1947672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Core 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350008"/>
            <a:ext cx="2423160" cy="2898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Users can view movies and show timings, select preferred seats and reserve tickets. The administrator can manage movie information, update schedules, monitor seat availability and maintain booking details.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4112" y="1783080"/>
            <a:ext cx="3246120" cy="3611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918704" y="194767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18704" y="19476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47672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Benefits &amp; Future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50008"/>
            <a:ext cx="2423160" cy="2898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The system reduces manual work, saves time and keeps booking information organized. Future enhancements include online payment, ticket cancellation, booking history, digital ticket generation and notifications.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Simple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719072"/>
            <a:ext cx="5074920" cy="758952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88366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836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88366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1. Choose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86000"/>
            <a:ext cx="4251959" cy="45719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250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Use: Java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615184"/>
            <a:ext cx="5074920" cy="118872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2779776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77977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2779776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2. Main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182112"/>
            <a:ext cx="4251959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View Movies  •  Book Ticket  •  View Booking Details  •  Admin – Add Movie  •  Exit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941063"/>
            <a:ext cx="5074920" cy="15087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105655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10565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05655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3. Core Data Structures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4507992"/>
            <a:ext cx="4251959" cy="795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movies[]  •  showTimings[][]  •  seats[][]  •  bookings ArrayList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719072"/>
            <a:ext cx="5074920" cy="1024128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59" y="188366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18836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188366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4. View Movies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2286000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movie names and available show timings.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2898648"/>
            <a:ext cx="5074920" cy="1024128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09359" y="3063240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59" y="30632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063240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5. Book Ticket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3465576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Select movie → show timing → seat → customer name.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078224"/>
            <a:ext cx="5074920" cy="1024128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09359" y="4242816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59" y="42428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4242816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6. Confirm Booking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464515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Check availability → update seat → store booking details.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46536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91640"/>
            <a:ext cx="3383280" cy="1325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856232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Movie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58568"/>
            <a:ext cx="256032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Movie names are stored and displayed to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91640"/>
            <a:ext cx="3383280" cy="1325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0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5776" y="1856232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Show Timings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6" y="2258568"/>
            <a:ext cx="256032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Each movie has three available show timings.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691640"/>
            <a:ext cx="3246120" cy="1325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138160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1856232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Seat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2258568"/>
            <a:ext cx="242316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10 seats are maintained for each movie.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246120"/>
            <a:ext cx="3383280" cy="1325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05840" y="341071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4107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3410712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Booking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3813048"/>
            <a:ext cx="256032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Customer, movie, show and seat details are stored.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8" y="3246120"/>
            <a:ext cx="3383280" cy="1325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72000" y="341071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34107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3410712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Admin Function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65776" y="3813048"/>
            <a:ext cx="256032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Admin can add a new movie and display it as confirmation.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73568" y="3246120"/>
            <a:ext cx="3246120" cy="1325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138160" y="341071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38160" y="34107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31936" y="3410712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31936" y="3813048"/>
            <a:ext cx="242316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Invalid movie, timing or seat selections are handled.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4956048"/>
            <a:ext cx="3840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761923"/>
                </a:solidFill>
                <a:latin typeface="Aptos"/>
              </a:rPr>
              <a:t>Main Java structures used in the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5321808"/>
            <a:ext cx="102412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1">
                <a:solidFill>
                  <a:srgbClr val="232326"/>
                </a:solidFill>
                <a:latin typeface="Aptos"/>
              </a:rPr>
              <a:t>String[]  •  String[][]  •  boolean[][]  •  ArrayList&lt;String&gt;  •  Scanner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75656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Develop 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73352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83794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379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83794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Step 1: View Movies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40280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available movies and their show timings.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880360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304495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0449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304495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Step 2: Select Movie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447288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User enters the movie number; invalid selections are rejected.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087368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251959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5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251959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Step 3: Select Show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4654296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the three show timings and accept the selected timing.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673352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59" y="183794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18379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183794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Step 4: Check Seats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2240280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each seat as AVAILABLE or BOOKED.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2880360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09359" y="304495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59" y="30449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04495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Step 5: Book Seat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3447288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7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Accept seat number and prevent booking if the seat is already booked.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087368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09359" y="4251959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59" y="425195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4251959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Step 6: Store Booking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4654296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85000" lnSpcReduction="1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Take customer name, update seat status and add booking details.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76833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Booking Flow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664208"/>
            <a:ext cx="49377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1">
                <a:solidFill>
                  <a:srgbClr val="761923"/>
                </a:solidFill>
                <a:latin typeface="Aptos"/>
              </a:rPr>
              <a:t>Booking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084831"/>
            <a:ext cx="4800600" cy="31089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600"/>
              </a:spcAft>
              <a:defRPr sz="1450" b="0">
                <a:solidFill>
                  <a:srgbClr val="232326"/>
                </a:solidFill>
                <a:latin typeface="Aptos"/>
              </a:defRPr>
            </a:pPr>
            <a:r>
              <a:t>• Select movie</a:t>
            </a:r>
          </a:p>
          <a:p>
            <a:pPr>
              <a:spcAft>
                <a:spcPts val="600"/>
              </a:spcAft>
              <a:defRPr sz="1450" b="0">
                <a:solidFill>
                  <a:srgbClr val="232326"/>
                </a:solidFill>
                <a:latin typeface="Aptos"/>
              </a:defRPr>
            </a:pPr>
            <a:r>
              <a:t>• Select show timing</a:t>
            </a:r>
          </a:p>
          <a:p>
            <a:pPr>
              <a:spcAft>
                <a:spcPts val="600"/>
              </a:spcAft>
              <a:defRPr sz="1450" b="0">
                <a:solidFill>
                  <a:srgbClr val="232326"/>
                </a:solidFill>
                <a:latin typeface="Aptos"/>
              </a:defRPr>
            </a:pPr>
            <a:r>
              <a:t>• Check seat availability</a:t>
            </a:r>
          </a:p>
          <a:p>
            <a:pPr>
              <a:spcAft>
                <a:spcPts val="600"/>
              </a:spcAft>
              <a:defRPr sz="1450" b="0">
                <a:solidFill>
                  <a:srgbClr val="232326"/>
                </a:solidFill>
                <a:latin typeface="Aptos"/>
              </a:defRPr>
            </a:pPr>
            <a:r>
              <a:t>• Enter seat number</a:t>
            </a:r>
          </a:p>
          <a:p>
            <a:pPr>
              <a:spcAft>
                <a:spcPts val="600"/>
              </a:spcAft>
              <a:defRPr sz="1450" b="0">
                <a:solidFill>
                  <a:srgbClr val="232326"/>
                </a:solidFill>
                <a:latin typeface="Aptos"/>
              </a:defRPr>
            </a:pPr>
            <a:r>
              <a:t>• Enter customer name</a:t>
            </a:r>
          </a:p>
          <a:p>
            <a:pPr>
              <a:spcAft>
                <a:spcPts val="600"/>
              </a:spcAft>
              <a:defRPr sz="1450" b="0">
                <a:solidFill>
                  <a:srgbClr val="232326"/>
                </a:solidFill>
                <a:latin typeface="Aptos"/>
              </a:defRPr>
            </a:pPr>
            <a:r>
              <a:t>• Display booking successful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44768" y="1664208"/>
            <a:ext cx="49377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1">
                <a:solidFill>
                  <a:srgbClr val="761923"/>
                </a:solidFill>
                <a:latin typeface="Aptos"/>
              </a:rPr>
              <a:t>Testing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2084831"/>
            <a:ext cx="4800600" cy="32918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500"/>
              </a:spcAft>
              <a:defRPr sz="1420" b="0">
                <a:solidFill>
                  <a:srgbClr val="232326"/>
                </a:solidFill>
                <a:latin typeface="Aptos"/>
              </a:defRPr>
            </a:pPr>
            <a:r>
              <a:t>• View movies and timings</a:t>
            </a:r>
          </a:p>
          <a:p>
            <a:pPr>
              <a:spcAft>
                <a:spcPts val="500"/>
              </a:spcAft>
              <a:defRPr sz="1420" b="0">
                <a:solidFill>
                  <a:srgbClr val="232326"/>
                </a:solidFill>
                <a:latin typeface="Aptos"/>
              </a:defRPr>
            </a:pPr>
            <a:r>
              <a:t>• Test valid and invalid movie selection</a:t>
            </a:r>
          </a:p>
          <a:p>
            <a:pPr>
              <a:spcAft>
                <a:spcPts val="500"/>
              </a:spcAft>
              <a:defRPr sz="1420" b="0">
                <a:solidFill>
                  <a:srgbClr val="232326"/>
                </a:solidFill>
                <a:latin typeface="Aptos"/>
              </a:defRPr>
            </a:pPr>
            <a:r>
              <a:t>• Test valid and invalid timing</a:t>
            </a:r>
          </a:p>
          <a:p>
            <a:pPr>
              <a:spcAft>
                <a:spcPts val="500"/>
              </a:spcAft>
              <a:defRPr sz="1420" b="0">
                <a:solidFill>
                  <a:srgbClr val="232326"/>
                </a:solidFill>
                <a:latin typeface="Aptos"/>
              </a:defRPr>
            </a:pPr>
            <a:r>
              <a:t>• Check AVAILABLE / BOOKED seats</a:t>
            </a:r>
          </a:p>
          <a:p>
            <a:pPr>
              <a:spcAft>
                <a:spcPts val="500"/>
              </a:spcAft>
              <a:defRPr sz="1420" b="0">
                <a:solidFill>
                  <a:srgbClr val="232326"/>
                </a:solidFill>
                <a:latin typeface="Aptos"/>
              </a:defRPr>
            </a:pPr>
            <a:r>
              <a:t>• Try booking an already booked seat</a:t>
            </a:r>
          </a:p>
          <a:p>
            <a:pPr>
              <a:spcAft>
                <a:spcPts val="500"/>
              </a:spcAft>
              <a:defRPr sz="1420" b="0">
                <a:solidFill>
                  <a:srgbClr val="232326"/>
                </a:solidFill>
                <a:latin typeface="Aptos"/>
              </a:defRPr>
            </a:pPr>
            <a:r>
              <a:t>• View booking details and add a movie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31852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Understanding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737360"/>
            <a:ext cx="10378440" cy="3611880"/>
          </a:xfrm>
          <a:prstGeom prst="roundRect">
            <a:avLst/>
          </a:prstGeom>
          <a:solidFill>
            <a:srgbClr val="F8F5EF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700" b="1">
                <a:solidFill>
                  <a:srgbClr val="761923"/>
                </a:solidFill>
                <a:latin typeface="Aptos"/>
              </a:rPr>
              <a:t>The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487168"/>
            <a:ext cx="973836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0">
                <a:solidFill>
                  <a:srgbClr val="232326"/>
                </a:solidFill>
                <a:latin typeface="Aptos"/>
              </a:rPr>
              <a:t>Traditional ticket booking may require customers to wait in queues or depend on manual records to check seat availability.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01568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700" b="1">
                <a:solidFill>
                  <a:srgbClr val="761923"/>
                </a:solidFill>
                <a:latin typeface="Aptos"/>
              </a:rP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31336"/>
            <a:ext cx="973836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0">
                <a:solidFill>
                  <a:srgbClr val="232326"/>
                </a:solidFill>
                <a:latin typeface="Aptos"/>
              </a:rPr>
              <a:t>The Cinema Seat Booking System provides a digital solution to organize movie details, show timings, seats and booking information. It helps users reserve preferred seats and helps administrators manage schedules, availability and customer bookings.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864608"/>
            <a:ext cx="1371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700" b="1">
                <a:solidFill>
                  <a:srgbClr val="761923"/>
                </a:solidFill>
                <a:latin typeface="Aptos"/>
              </a:rP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864608"/>
            <a:ext cx="87325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50" b="0">
                <a:solidFill>
                  <a:srgbClr val="232326"/>
                </a:solidFill>
                <a:latin typeface="Aptos"/>
              </a:rPr>
              <a:t>It reduces manual work, saves time, improves accuracy and helps avoid duplicate bookings.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CO 1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64208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828800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828800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Variables &amp; Data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31136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7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Store movie names, show timings, seat status, customer names and booking choices.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880360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304495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0449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304495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Scanner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447288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7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Take menu choices, movie numbers, timings, seat numbers and customer names as input.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096512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26110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2611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26110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Arrays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4663440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7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Use 1D and 2D arrays to organize movies, show timings and seat status.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664208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59" y="1828800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1828800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ArrayList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2231136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Store multiple booking details dynamically.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2880360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09359" y="304495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59" y="30449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04495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Operators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3447288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7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Use comparison and logical conditions to validate movie, timing and seat selections.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096512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09359" y="426110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59" y="42611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426110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Methods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4663440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7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Separate functions such as viewMovies(), bookTicket(), viewBookings() and addMovie().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CO 2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91640"/>
            <a:ext cx="5074920" cy="10972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85623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if-else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58568"/>
            <a:ext cx="4251959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Check whether a selected seat is already booked and decide the booking result.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944368"/>
            <a:ext cx="5074920" cy="10972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3108960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3108960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if Conditions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511296"/>
            <a:ext cx="4251959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Validate movie numbers, show timings and seat numbers.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197096"/>
            <a:ext cx="5074920" cy="10972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361688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3616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361688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for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4764024"/>
            <a:ext cx="4251959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movies, show timings and seat availability.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691640"/>
            <a:ext cx="5074920" cy="10972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59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185623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do-while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2258568"/>
            <a:ext cx="4251959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Keep displaying the main menu until the user chooses Exit.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2944368"/>
            <a:ext cx="5074920" cy="10972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09359" y="3108960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59" y="3108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108960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switch Statement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3511296"/>
            <a:ext cx="4251959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Handle the five main menu choices.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197096"/>
            <a:ext cx="5074920" cy="10972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09359" y="4361688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59" y="43616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4361688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Input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4764024"/>
            <a:ext cx="4251959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suitable messages for invalid selections and already booked seats.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CO 3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91640"/>
            <a:ext cx="507492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85623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1D Array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58568"/>
            <a:ext cx="42519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Store the list of movie names.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999232"/>
            <a:ext cx="507492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316382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1638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316382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2D Arrays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566160"/>
            <a:ext cx="42519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Store show timings and seat status for multiple movies.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306824"/>
            <a:ext cx="507492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471416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4714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471416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Array Traversal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4873752"/>
            <a:ext cx="42519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Use loops to access movies, timings and seats.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691640"/>
            <a:ext cx="507492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59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185623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Searching / Selection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2258568"/>
            <a:ext cx="42519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Find the selected movie and show timing using the user's choice.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2999232"/>
            <a:ext cx="507492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09359" y="316382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59" y="31638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16382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ArrayList Traversal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3566160"/>
            <a:ext cx="42519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all stored booking details.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306824"/>
            <a:ext cx="507492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09359" y="4471416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59" y="44714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4471416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Status Update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4873752"/>
            <a:ext cx="42519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Change a seat from AVAILABLE to BOOKED after successful reservation.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5696" y="1056141"/>
            <a:ext cx="1993392" cy="47089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defRPr sz="2700" b="1">
                <a:solidFill>
                  <a:srgbClr val="70142A"/>
                </a:solidFill>
                <a:latin typeface="Aptos Display"/>
              </a:defRPr>
            </a:pPr>
            <a:r>
              <a:rPr dirty="0"/>
              <a:t>CO 4 Topics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70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1   Classes &amp; Objects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Model Movie, Show, Seat and Booking as objects with their own data and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91640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2   Encapsulation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Keep fields private and access or update them through methods such as bookSeat() and getBookingDetails().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696" y="3287268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rPr dirty="0"/>
              <a:t>3   Relationships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rPr dirty="0"/>
              <a:t>A Booking connects a customer with a selected movie, show timing and seat.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3296412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rPr dirty="0"/>
              <a:t>4   Exception Handling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rPr dirty="0"/>
              <a:t>Use try-catch to handle invalid input and unexpected errors without abruptly stopping the program.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892040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5   Robust Booking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Validate seat and movie selections before confirming a booking to reduce invalid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4901184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6   Project Application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These concepts can structure the current system into maintainable classes instead of one large program.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5925312"/>
            <a:ext cx="502920" cy="27432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defRPr sz="1050" b="1">
                <a:solidFill>
                  <a:srgbClr val="70142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" y="1067562"/>
            <a:ext cx="10789920" cy="50292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defRPr sz="2700" b="1">
                <a:solidFill>
                  <a:srgbClr val="70142A"/>
                </a:solidFill>
                <a:latin typeface="Aptos Display"/>
              </a:defRPr>
            </a:pPr>
            <a:r>
              <a:rPr dirty="0"/>
              <a:t>CO 5 Topics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70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1837944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1   String API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Use String methods to format customer names and movie titles, such as trim(), toUpperCase() and equalsIgnoreCase().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746504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2   StringBuilder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Build readable booking summaries by appending customer, movie, show and seat details.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351276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3   Searching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Search movie titles or booking records using text comparison and contains().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3351276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4   Comparison &amp; Sorting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Compare movie names or sort displayed titles and booking summaries when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965192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5   File Input/Output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Save booking details to a file and read them later to keep records between program runs.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4956048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6   Project Application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These features can improve search, display and persistence beyond the current in-memory ArrayList.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5925312"/>
            <a:ext cx="502920" cy="27432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defRPr sz="1050" b="1">
                <a:solidFill>
                  <a:srgbClr val="70142A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1040" y="1211580"/>
            <a:ext cx="10789920" cy="50292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defRPr sz="2700" b="1">
                <a:solidFill>
                  <a:srgbClr val="70142A"/>
                </a:solidFill>
                <a:latin typeface="Aptos Display"/>
              </a:defRPr>
            </a:pPr>
            <a:r>
              <a:t>CO 6 Topics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70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5696" y="1965960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1   Collections Framework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Use ArrayList&lt;Booking&gt; to store a flexible number of bookings as objects.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965960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2   Collection Operations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Add, remove and iterate through bookings using collection methods and loops.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696" y="3570732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3   Functional Interfaces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Use a Predicate or Consumer to define a small reusable operation on booking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400" y="3570732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4   Lambda Expressions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Use concise lambda expressions for filtering or displaying matching bookings.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96" y="5175504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5   Stream Pipelines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Filter bookings by movie or customer and collect or display the matching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5175504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6   Project Application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These are suitable extensions for searching and managing booking records; they are not required by the current basic implementation.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Future Enhancements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endParaRPr sz="1300" b="1" dirty="0">
              <a:solidFill>
                <a:srgbClr val="761923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41248" y="1691640"/>
            <a:ext cx="5074920" cy="352044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1856232"/>
            <a:ext cx="46177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258568"/>
            <a:ext cx="4617720" cy="2807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• Online payment
• Ticket cancellation
• Booking history
• Digital ticket generation
• Notifications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691640"/>
            <a:ext cx="5074920" cy="352044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73368" y="1856232"/>
            <a:ext cx="46177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2258568"/>
            <a:ext cx="4617720" cy="2807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The Cinema Seat Booking System provides a simple and efficient way for customers and cinema staff to manage movie details, show timings, seat availability and ticket reservations. It makes the process more organized, accurate and convenient.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468112"/>
            <a:ext cx="103784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500" b="1">
                <a:solidFill>
                  <a:srgbClr val="761923"/>
                </a:solidFill>
                <a:latin typeface="Aptos"/>
              </a:rPr>
              <a:t>Java concepts are applied to solve a practical ticket-booking problem.</a:t>
            </a:r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9BDB-9AE8-BE00-2962-AC0E87000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 SHOTS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4A8E7-F987-AA33-FF05-288C030C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AC36B9-20FC-044D-8732-EDC875A1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15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1E4D0BE-7282-102D-5393-8E400EDFC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Output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191D30-A74C-4282-EF09-75BCC9D6E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944" y="3134461"/>
            <a:ext cx="6032637" cy="100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34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0CDE4-E128-E1A6-1F8D-5C3A3C614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 TAG PHOTO AND GIT 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BA9AB-C9A1-A61E-6EE3-52C3A6859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7520" cy="4667250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dirty="0">
                <a:hlinkClick r:id="rId2"/>
              </a:rPr>
              <a:t>https://github.com/Sanaa2204/KLH-Bachupally-2026-2027-Batch-27-CinemaSeatBookingSystem</a:t>
            </a:r>
            <a:endParaRPr lang="en-IN" dirty="0"/>
          </a:p>
          <a:p>
            <a:r>
              <a:rPr lang="en-IN" dirty="0">
                <a:hlinkClick r:id="rId3"/>
              </a:rPr>
              <a:t>https://github.com/ganjikuntameghana-max/KLH-Bachupally-2026-2027-BATCH-27-Cinema-Seat-Booking</a:t>
            </a:r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15A28-66D7-1AA5-86F6-6C8AC3243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B6BF0-1870-C895-3B29-356E4BC07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16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66CF75-4BDD-5893-84D7-EC05076A4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6316" y="3689170"/>
            <a:ext cx="4501765" cy="253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374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9080" y="1508760"/>
            <a:ext cx="4069080" cy="73152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03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800020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063240"/>
            <a:ext cx="75895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2D2D"/>
                </a:solidFill>
                <a:latin typeface="Aptos"/>
              </a:defRPr>
            </a:pPr>
            <a:r>
              <a:t>Sana - 2620090007</a:t>
            </a:r>
          </a:p>
          <a:p>
            <a:pPr algn="ctr">
              <a:spcBef>
                <a:spcPts val="1200"/>
              </a:spcBef>
              <a:defRPr sz="2200" b="1">
                <a:solidFill>
                  <a:srgbClr val="2D2D2D"/>
                </a:solidFill>
                <a:latin typeface="Aptos"/>
              </a:defRPr>
            </a:pPr>
            <a:r>
              <a:t>Meghana - 2620040142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800600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646464"/>
                </a:solidFill>
                <a:latin typeface="Aptos"/>
              </a:defRPr>
            </a:pPr>
            <a:r>
              <a:t>Cinema Seat Booking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1304</Words>
  <Application>Microsoft Office PowerPoint</Application>
  <PresentationFormat>Widescreen</PresentationFormat>
  <Paragraphs>237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SCREEN SHOTS </vt:lpstr>
      <vt:lpstr>GEO TAG PHOTO AND GIT HUB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sanatehniyath.2204@outlook.com</cp:lastModifiedBy>
  <cp:revision>3</cp:revision>
  <dcterms:created xsi:type="dcterms:W3CDTF">2026-09-15T09:57:10Z</dcterms:created>
  <dcterms:modified xsi:type="dcterms:W3CDTF">2026-10-16T06:12:24Z</dcterms:modified>
</cp:coreProperties>
</file>